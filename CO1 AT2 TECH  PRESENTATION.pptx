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404A1D-3644-4F7B-8CAB-C14848AFD739}" v="1" dt="2026-07-25T03:46:41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kumar mallavarapu" userId="09d35da3d27be0c4" providerId="LiveId" clId="{4C9B3FB4-A523-430B-99C5-24D229D53CCA}"/>
    <pc:docChg chg="modSld">
      <pc:chgData name="manoj kumar mallavarapu" userId="09d35da3d27be0c4" providerId="LiveId" clId="{4C9B3FB4-A523-430B-99C5-24D229D53CCA}" dt="2026-07-25T03:48:03.903" v="47" actId="2711"/>
      <pc:docMkLst>
        <pc:docMk/>
      </pc:docMkLst>
      <pc:sldChg chg="addSp modSp mod">
        <pc:chgData name="manoj kumar mallavarapu" userId="09d35da3d27be0c4" providerId="LiveId" clId="{4C9B3FB4-A523-430B-99C5-24D229D53CCA}" dt="2026-07-25T03:48:03.903" v="47" actId="2711"/>
        <pc:sldMkLst>
          <pc:docMk/>
          <pc:sldMk cId="418813226" sldId="256"/>
        </pc:sldMkLst>
        <pc:spChg chg="mod">
          <ac:chgData name="manoj kumar mallavarapu" userId="09d35da3d27be0c4" providerId="LiveId" clId="{4C9B3FB4-A523-430B-99C5-24D229D53CCA}" dt="2026-07-25T03:46:32.978" v="3" actId="20577"/>
          <ac:spMkLst>
            <pc:docMk/>
            <pc:sldMk cId="418813226" sldId="256"/>
            <ac:spMk id="2" creationId="{F26FBE75-ECE6-6917-0D94-2D6F64594C0C}"/>
          </ac:spMkLst>
        </pc:spChg>
        <pc:spChg chg="add mod">
          <ac:chgData name="manoj kumar mallavarapu" userId="09d35da3d27be0c4" providerId="LiveId" clId="{4C9B3FB4-A523-430B-99C5-24D229D53CCA}" dt="2026-07-25T03:48:03.903" v="47" actId="2711"/>
          <ac:spMkLst>
            <pc:docMk/>
            <pc:sldMk cId="418813226" sldId="256"/>
            <ac:spMk id="6" creationId="{7B93FD16-2202-BFED-DFFC-02F7EE70F99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45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81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74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869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8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86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517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97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74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4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462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367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4841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060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258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438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92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00A4B-1D1F-42D5-B7CA-B811318E268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E91D928-AD32-4692-9B3E-C511F67B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8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BE75-ECE6-6917-0D94-2D6F64594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7868" y="1815848"/>
            <a:ext cx="10024533" cy="13716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NLP Pipeline : From Regular Expressions to Morphological Processing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B9832-C5ED-5EF6-B93B-4C6E1D25E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2000" y="4605866"/>
            <a:ext cx="6080654" cy="1371599"/>
          </a:xfrm>
        </p:spPr>
        <p:txBody>
          <a:bodyPr>
            <a:normAutofit fontScale="70000" lnSpcReduction="20000"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Manoj Kumar</a:t>
            </a:r>
          </a:p>
          <a:p>
            <a:r>
              <a:rPr lang="en-I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192425114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3C6E0-3AA8-1EC4-FA3E-5D040585585E}"/>
              </a:ext>
            </a:extLst>
          </p:cNvPr>
          <p:cNvSpPr txBox="1"/>
          <p:nvPr/>
        </p:nvSpPr>
        <p:spPr>
          <a:xfrm>
            <a:off x="956732" y="4927600"/>
            <a:ext cx="376766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Anbazhagan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A35338C5-C146-F46F-C306-9397F89C1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1" y="591284"/>
            <a:ext cx="9143998" cy="11777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93FD16-2202-BFED-DFFC-02F7EE70F991}"/>
              </a:ext>
            </a:extLst>
          </p:cNvPr>
          <p:cNvSpPr txBox="1"/>
          <p:nvPr/>
        </p:nvSpPr>
        <p:spPr>
          <a:xfrm>
            <a:off x="2098145" y="3759200"/>
            <a:ext cx="6724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DSA0305-Natural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418813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1537-A92E-C6FA-C08A-AFE7FB609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A3561-9BA3-9F29-CFA6-5A2382F55D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15374" y="2096159"/>
            <a:ext cx="6689293" cy="3424107"/>
          </a:xfrm>
        </p:spPr>
        <p:txBody>
          <a:bodyPr>
            <a:normAutofit fontScale="925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helps computers understand and process human language.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NLP pipeline combines different techniques to prepare text for analysis.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Regular Expressions (Regex) are used to clean text and identify patterns.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processing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structure of words, including their root forms.</a:t>
            </a:r>
          </a:p>
        </p:txBody>
      </p:sp>
      <p:pic>
        <p:nvPicPr>
          <p:cNvPr id="4" name="Picture 3" descr="From Raw Text to Machine Understanding: A Complete NLP Pipeline Explained |  by Hera Ansari | Medium">
            <a:extLst>
              <a:ext uri="{FF2B5EF4-FFF2-40B4-BE49-F238E27FC236}">
                <a16:creationId xmlns:a16="http://schemas.microsoft.com/office/drawing/2014/main" id="{4790F973-34AA-4B7B-97C7-B693584EF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1" y="1837267"/>
            <a:ext cx="4322106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08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568E6-C773-DD35-CB84-3234CE00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55BAA-4AB0-9EA9-6AD8-6DC9B49408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33187" y="2072546"/>
            <a:ext cx="9525626" cy="3424107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preprocess text using Regular Expressions.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root form of words through morphological processing.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the quality and accuracy of text analysis.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prepare text for advanced NLP applications such as chatbots and machine translation.</a:t>
            </a:r>
          </a:p>
        </p:txBody>
      </p:sp>
    </p:spTree>
    <p:extLst>
      <p:ext uri="{BB962C8B-B14F-4D97-AF65-F5344CB8AC3E}">
        <p14:creationId xmlns:p14="http://schemas.microsoft.com/office/powerpoint/2010/main" val="397682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C4740-818F-F9F7-A2A3-863D1343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C4D93-1183-998C-65C4-F589F0C1BA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7707" y="1876025"/>
            <a:ext cx="9466360" cy="3424107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text often contains unwanted symbols, punctuation, and inconsistent formatting.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Words appear in different forms, making language processing difficult.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text processing techniques cannot accurately understand word meanings.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integrated NLP pipeline is needed to clean text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 structures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156039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BE735-4ED2-68AF-A916-62D40A67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D66F61-777B-2821-CCC7-9C7556CCFA8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201333" y="1553193"/>
            <a:ext cx="7408334" cy="450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028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B5F5-2E83-4BED-7A43-8B666885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FF2B8-9677-B202-891D-A6C2BF0E23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28174" y="1909892"/>
            <a:ext cx="8619693" cy="3424107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NLP pipeline provides an efficient way to process text data.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Regular Expressions help in cleaning and extracting useful information.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Morphological processing improves understanding of word meanings and root forms.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Together, these techniques increase the accuracy and performance of NLP systems.</a:t>
            </a:r>
          </a:p>
        </p:txBody>
      </p:sp>
    </p:spTree>
    <p:extLst>
      <p:ext uri="{BB962C8B-B14F-4D97-AF65-F5344CB8AC3E}">
        <p14:creationId xmlns:p14="http://schemas.microsoft.com/office/powerpoint/2010/main" val="2940093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8BCDB-390C-A400-1542-54F8AD47DD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                                  </a:t>
            </a: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14227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</TotalTime>
  <Words>247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Integrated NLP Pipeline : From Regular Expressions to Morphological Processing</vt:lpstr>
      <vt:lpstr>                            Introduction</vt:lpstr>
      <vt:lpstr>                              Objectives</vt:lpstr>
      <vt:lpstr>                     Problem Statement </vt:lpstr>
      <vt:lpstr>                        System Architecture</vt:lpstr>
      <vt:lpstr>                        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 mallavarapu</dc:creator>
  <cp:lastModifiedBy>manoj kumar mallavarapu</cp:lastModifiedBy>
  <cp:revision>1</cp:revision>
  <dcterms:created xsi:type="dcterms:W3CDTF">2026-07-24T14:05:45Z</dcterms:created>
  <dcterms:modified xsi:type="dcterms:W3CDTF">2026-07-25T03:48:12Z</dcterms:modified>
</cp:coreProperties>
</file>